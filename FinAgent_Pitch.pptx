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TOTAL AGENT RECALL HACKATHON  •  2024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FinAgent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D9488"/>
                </a:solidFill>
              </a:rPr>
              <a:t>The stock trading agent that remembers.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502920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154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Autonomous AI agent  •  Real-time signals  •  Persistent memory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A56DB">
              <a:alpha val="2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749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GMI Cloud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374904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3749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Dify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374904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749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HydraDB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914400"/>
            <a:ext cx="24688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914400"/>
            <a:ext cx="64008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1005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NVDA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65392" y="1353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BUY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63840" y="1417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HIGH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2148840"/>
            <a:ext cx="24688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14884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2240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AAPL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65392" y="25877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HOLD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86384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MEDIUM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3383280"/>
            <a:ext cx="24688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383280"/>
            <a:ext cx="64008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92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TSLA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65392" y="38221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SELL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863840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HIGH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Trading bots forget everything.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84124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15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373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7190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memory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06654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Every session starts from zero. Past signals, patterns, wins and losses — gone.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84124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15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7249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learning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07238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Can't improve from history. Makes the same mistakes over and over.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15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490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3730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context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07822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Doesn't know that it gave the same BUY signal last week and it failed.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FinAgent remembers every signal.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828800" cy="1371600"/>
          </a:xfrm>
          <a:prstGeom prst="rect">
            <a:avLst/>
          </a:prstGeom>
          <a:solidFill>
            <a:srgbClr val="1A56DB">
              <a:alpha val="20000"/>
            </a:srgbClr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762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Market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276148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2103120"/>
            <a:ext cx="1828800" cy="1371600"/>
          </a:xfrm>
          <a:prstGeom prst="rect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21762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2560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Recall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Memory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276148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103120"/>
            <a:ext cx="1828800" cy="1371600"/>
          </a:xfrm>
          <a:prstGeom prst="rect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1762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560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Generate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Signal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9400" y="276148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2103120"/>
            <a:ext cx="1828800" cy="1371600"/>
          </a:xfrm>
          <a:prstGeom prst="rect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21762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2560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Memory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09244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57200" y="3840480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</a:rPr>
              <a:t>🧠  HydraDB persistent memory — signals stored &amp; recalled across every session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on the hackathon stack.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64008" cy="13258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GMI Cloud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Inference 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037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170+ models, NVIDIA-powered, low-latency LLM calls for signal reasoning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1148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08760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00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Dify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9476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Orchestration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2037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Workflow engine connecting market data → memory → LLM → output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1148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64008" cy="1325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546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HydraDB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35021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Memory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5818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Persistent agent memory — stores every signal, recalls past context instantly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41148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63240"/>
            <a:ext cx="64008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1546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Yahoo Finance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35021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Market data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75818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Real-time price, volume, RSI, MACD for any ticker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the memory loop.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502920" cy="713232"/>
          </a:xfrm>
          <a:prstGeom prst="rect">
            <a:avLst/>
          </a:prstGeom>
          <a:solidFill>
            <a:srgbClr val="1A56DB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6DB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5636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Run signal on NVDA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5623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Agent fetches data, generates BUY/SELL/HOLD, stores signal to HydraDB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50008"/>
            <a:ext cx="502920" cy="713232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35000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404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Run NVDA again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69748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Agent recalls: "I gave a BUY signal 2 min ago at $875" — memory working!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91256"/>
            <a:ext cx="841248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91256"/>
            <a:ext cx="502920" cy="713232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9125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Try AAPL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53872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Fresh ticker — agent says "No prior signals" — honest, accurate memory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32504"/>
            <a:ext cx="841248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32504"/>
            <a:ext cx="502920" cy="713232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03250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4087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Show HydraDB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37997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Open HydraDB dashboard — signals stored in real-time, judges can see it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WHY FINAGENT WINS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didn't build a chatbot.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built a learning agent.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8412480" cy="80467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476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🥇 Grand Prize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27685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Full autonomous loop: data → memory → signal → store → recall. End-to-end.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8412480" cy="804672"/>
          </a:xfrm>
          <a:prstGeom prst="rect">
            <a:avLst/>
          </a:prstGeom>
          <a:solidFill>
            <a:srgbClr val="11182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07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⚙️ Best Dify Workflow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3697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Multi-node workflow with HTTP, LLM, and memory read/write — exactly what Dify is for.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8412480" cy="804672"/>
          </a:xfrm>
          <a:prstGeom prst="rect">
            <a:avLst/>
          </a:prstGeom>
          <a:solidFill>
            <a:srgbClr val="111827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8679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</a:rPr>
              <a:t>⚡ Best NVIDIA 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19709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GMI Cloud inference powering financial reasoning on real market data.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FinAgent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D9488"/>
                </a:solidFill>
              </a:rPr>
              <a:t>The trading agent that never forgets.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Nodes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33832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93192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Memory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33832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49224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Prize tracks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FinAgent - Total Agent Recall Hackathon</dc:title>
  <dc:subject>PptxGenJS Presentation</dc:subject>
  <dc:creator>PptxGenJS</dc:creator>
  <cp:lastModifiedBy>PptxGenJS</cp:lastModifiedBy>
  <cp:revision>1</cp:revision>
  <dcterms:created xsi:type="dcterms:W3CDTF">2026-03-28T22:22:23Z</dcterms:created>
  <dcterms:modified xsi:type="dcterms:W3CDTF">2026-03-28T22:22:23Z</dcterms:modified>
</cp:coreProperties>
</file>